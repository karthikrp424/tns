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9144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&amp; Logistic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number, then predicting a yes/no — built together, step by step, in Python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 |  Hands-on, live-coding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2171700"/>
            <a:ext cx="868680" cy="8686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2171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9659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Linear Regression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03120" y="245059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intuition, the math made simple (best-fit line, errors, cost, gradient descent), then a full live-coding build in Python.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784080" y="1920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" y="4137660"/>
            <a:ext cx="868680" cy="8686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" y="41376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03120" y="39319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Logistic Regression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03120" y="44165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that same idea into a yes/no decision (sigmoid, threshold, confusion matrix), then a full live-coding build in Python.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784080" y="3886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632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is hands-on: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is followed by real Python code, typed and run together on screen, so you see exactly how each concept becomes a working model.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E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2011680"/>
            <a:ext cx="54864" cy="1920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1965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7150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number from data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Reminder — and Today's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in one line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means predicting a NUMBER, not a category. The idea: fit a straight line through the data, then use that line to predict new points.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example, all the way through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 student studied → their exam score. First we predict the exact score (Linear). Later, we'll flip it into a yes/no question — did they pass? (Logistic).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PEEK AT THE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632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98848"/>
            <a:ext cx="11064240" cy="3840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988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44988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828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8828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66944"/>
            <a:ext cx="11064240" cy="3840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669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52669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50992"/>
            <a:ext cx="110642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6509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56509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035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6035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INTUITION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Best-Fit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051560" y="2213991"/>
            <a:ext cx="5029200" cy="281101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462000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442569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9736" y="4037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62656" y="384276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345414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68496" y="325983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2948940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74336" y="267690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2404872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 →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6916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16325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9202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throw a bunch of dots on a page and try to draw ONE straight line that passes as close as possible to all of them.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through every point exactly — just as close as possible, overall, on average.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line is the model. Once we have it, we can read off a predicted score for any number of hours — even ones we've never seen.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THE MATH, MADE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Just One Equation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1691640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6916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algn="ctr" indent="0" marL="0">
              <a:buNone/>
            </a:pPr>
            <a:r>
              <a:rPr lang="en-US" sz="4400" b="1" dirty="0">
                <a:solidFill>
                  <a:srgbClr val="8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4400" b="1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697480" cy="256032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1586484" y="3483864"/>
            <a:ext cx="621792" cy="6217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8" name="Text 6"/>
          <p:cNvSpPr/>
          <p:nvPr/>
        </p:nvSpPr>
        <p:spPr>
          <a:xfrm>
            <a:off x="158648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— the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score we're predicting.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3337560"/>
            <a:ext cx="2697480" cy="256032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1124" y="3483864"/>
            <a:ext cx="621792" cy="6217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/>
          <p:nvPr/>
        </p:nvSpPr>
        <p:spPr>
          <a:xfrm>
            <a:off x="442112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66160" y="4251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— the input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4892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hours studied — what we already know.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2697480" cy="256032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5764" y="3483864"/>
            <a:ext cx="621792" cy="6217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8" name="Text 16"/>
          <p:cNvSpPr/>
          <p:nvPr/>
        </p:nvSpPr>
        <p:spPr>
          <a:xfrm>
            <a:off x="725576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00800" y="4251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— the weight (slope)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score changes per extra hour studied.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3337560"/>
            <a:ext cx="2697480" cy="256032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90404" y="3483864"/>
            <a:ext cx="621792" cy="6217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040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235440" y="4251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the bias (intercept)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4892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score, when hours studied is 0.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data, the computer works out  w ≈ 7.23  and  b ≈ 27.17  — meaning each extra hour of study adds about 7.2 points, starting from a base of about 27.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THE MATH, MADE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Line “The Best” One?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051560" y="2213991"/>
            <a:ext cx="5029200" cy="281101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554480" y="4720590"/>
            <a:ext cx="914" cy="23317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53896" y="462000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4462805"/>
            <a:ext cx="914" cy="63475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56816" y="442569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560320" y="4137660"/>
            <a:ext cx="914" cy="44044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59736" y="4037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900602"/>
            <a:ext cx="914" cy="42748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962656" y="384276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566160" y="3554730"/>
            <a:ext cx="914" cy="64770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465576" y="345414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3338398"/>
            <a:ext cx="914" cy="22022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968496" y="325983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572000" y="3049524"/>
            <a:ext cx="914" cy="7772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471416" y="2948940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2776195"/>
            <a:ext cx="914" cy="1295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974336" y="267690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2495093"/>
            <a:ext cx="914" cy="10363"/>
          </a:xfrm>
          <a:prstGeom prst="line">
            <a:avLst/>
          </a:prstGeom>
          <a:noFill/>
          <a:ln w="19050">
            <a:solidFill>
              <a:srgbClr val="C24B4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77256" y="2404872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8808" y="321224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6916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9202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lines are the errors
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point, the error (also called a “residual”) is the distance between the actual score (the dot) and the line's prediction at that same hour.
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 “better” when these errors are small overall. The best-fit line is the one that makes the errors as small as possible, across every point at once.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THE MATH, MADE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the Line: Mean Squared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0" y="16916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69164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 =  average of (actual − predicted)²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2461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each 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point: actual score minus the line's predicted score.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1089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32461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77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removes negative signs and punishes big misses more than small 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3246120"/>
            <a:ext cx="640080" cy="6400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them 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977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number that summarizes how well the line fits every point.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 and b that make MSE as SMALL as possible. That's what “training” a linear regression model actually means.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THE MATH, MADE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Learns: Gradient Descent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188720" y="4684471"/>
            <a:ext cx="237744" cy="573329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426464" y="4171493"/>
            <a:ext cx="237744" cy="51297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664208" y="3718865"/>
            <a:ext cx="237744" cy="45262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901952" y="3326587"/>
            <a:ext cx="237744" cy="39227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139696" y="2994660"/>
            <a:ext cx="237744" cy="331927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377440" y="2723083"/>
            <a:ext cx="237744" cy="271577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615184" y="2511857"/>
            <a:ext cx="237744" cy="21122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852928" y="2360981"/>
            <a:ext cx="237744" cy="15087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090672" y="2270455"/>
            <a:ext cx="237744" cy="9052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328416" y="2240280"/>
            <a:ext cx="237744" cy="3017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2240280"/>
            <a:ext cx="237744" cy="3017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3904" y="2270455"/>
            <a:ext cx="237744" cy="9052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41648" y="2360981"/>
            <a:ext cx="237744" cy="15087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2511857"/>
            <a:ext cx="237744" cy="21122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7136" y="2723083"/>
            <a:ext cx="237744" cy="271577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94660"/>
            <a:ext cx="237744" cy="331927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92624" y="3326587"/>
            <a:ext cx="237744" cy="39227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3718865"/>
            <a:ext cx="237744" cy="45262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68112" y="4171493"/>
            <a:ext cx="237744" cy="51297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4684471"/>
            <a:ext cx="237744" cy="573329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4301566"/>
            <a:ext cx="237744" cy="237744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9696" y="3034208"/>
            <a:ext cx="237744" cy="237744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4251" y="2267456"/>
            <a:ext cx="237744" cy="237744"/>
          </a:xfrm>
          <a:prstGeom prst="ellipse">
            <a:avLst/>
          </a:prstGeom>
          <a:solidFill>
            <a:srgbClr val="E8B9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2103120"/>
            <a:ext cx="274320" cy="274320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error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8136" y="460331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(slope) →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0" y="169164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16325C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1920240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 ball downhill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starts with a random guess for w and b — a bad line, high cost (error).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repeatedly nudges w and b in the direction that reduces the cost, like a ball rolling downhill toward the bottom of the bowl.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nudge is a small step. After enough steps, it settles at the bottom — the lowest cost, the best-fit line.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slope (w) were bigger, would each extra hour of study add MORE or LESS to the predicted score?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intercept (b) were bigger, would a student who studies 0 hours be predicted a HIGHER or LOWER score?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has small errors on 8 of 9 points but is very far from the 9th. Does Mean Squared Error punish that 9th point a little, or a lot?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both look “reasonably close” to the data. How do we decide which one is actually best?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— squaring makes big errors count much more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gives the lower Mean Squared Error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ONE MORE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Have More Than One Feature?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9601200" cy="1188720"/>
          </a:xfrm>
          <a:prstGeom prst="roundRect">
            <a:avLst>
              <a:gd name="adj" fmla="val 7692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91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w₁x₁  +  w₂x₂  +  ...  +  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“hours studied,” we could also use “practice tests taken” as a second feature (x₂) to predict the exam score.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its own weight — how much it matters — and the model learns all the weights at once.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32004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33832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doesn't change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 longer a single 2D line — with many features, it becomes a flat “plane” (or higher-dimensional surface) through the data.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goal is exactly the same: find the weights that make the errors (MSE) as small as possible.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scikit-learn, this needs zero extra code — just add more columns to X, and .fit() handles the rest.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Load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pd.DataFrame({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"hours": [1, 2, 3, 4, 5, 6, 7, 8, 9],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"score": [35, 40, 50, 55, 65, 70, 78, 85, 92]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data[["hours"]]   # features (must be 2D)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data["score"]     # target (1D)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holds our table of data. X (capital) is the input columns; y (lowercase) is the single column we want to predict. scikit-learn always expects X as a 2D table, even with one column.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Split, Train &amp; Predict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     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does the training: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test_size=0.2 holds back 20% of the data to check honestly, later, on points the model never trained on. .fit() is where the “learning” — the gradient descent from before — actually happens.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Evaluate the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r2_score, mean_squared_error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r2_score(y_test, predictions)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mean_squared_error(y_test, predictions)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print("R-squared:", r2)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print("Mean Squared Error:", mse)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R-squared close to 1.0 means the line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explains most of the pattern in the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R²: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(R²) answers “what share of the story does our line explain?” 1.0 = perfect fit, 0 = no better than just guessing the average every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Visualize the 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plt.scatter(X, y, color="blue", label="Actual data")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model.predict(X), color="red", label="Best-fit line")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plt.xlabel("Hours Studied")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plt.ylabel("Exam Score")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picture we drew by hand earlier in this session — except now it's generated straight from the trained model, on real (if small)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So Far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wx + b — a straight line: a slope (w) and a starting point (b).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920240"/>
            <a:ext cx="731520" cy="7315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measures how far off the line's guesses are, on average.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1920240"/>
            <a:ext cx="731520" cy="7315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nudges w and b, step by step, until the cost is as low as possible.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1920240"/>
            <a:ext cx="731520" cy="7315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3520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→ split → .fit() → .predict() → evaluate with R² and MSE.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take this exact same idea, and use it to answer a yes/no question instead of a number question.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E3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2011680"/>
            <a:ext cx="54864" cy="192024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0" y="1965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715000" y="3063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yes/no from data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Reuse Linear Regression?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035040" cy="1303020"/>
          </a:xfrm>
          <a:prstGeom prst="rect">
            <a:avLst/>
          </a:prstGeom>
          <a:solidFill>
            <a:srgbClr val="C24B4B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594860"/>
            <a:ext cx="6035040" cy="1303020"/>
          </a:xfrm>
          <a:prstGeom prst="rect">
            <a:avLst/>
          </a:prstGeom>
          <a:solidFill>
            <a:srgbClr val="C24B4B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1051560" y="4594860"/>
            <a:ext cx="5029200" cy="914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1051560" y="2994660"/>
            <a:ext cx="5029200" cy="914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051560" y="2372360"/>
            <a:ext cx="5029200" cy="2667000"/>
          </a:xfrm>
          <a:prstGeom prst="line">
            <a:avLst/>
          </a:prstGeom>
          <a:noFill/>
          <a:ln w="38100">
            <a:solidFill>
              <a:srgbClr val="C24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44942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44942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9736" y="44942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44942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5576" y="2894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8496" y="2894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1416" y="2894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2894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2894076"/>
            <a:ext cx="201168" cy="201168"/>
          </a:xfrm>
          <a:prstGeom prst="ellipse">
            <a:avLst/>
          </a:prstGeom>
          <a:solidFill>
            <a:srgbClr val="3069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746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(pass)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6497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(fail)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zone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69164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16325C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920240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breaks down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 is only ever 0 (fail) or 1 (pass) — never anything in between.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straight line keeps going forever. Stretch it far enough and it predicts scores below 0 or above 1 — numbers that make no sense as a yes/no answer.
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curve that always stays between 0 and 1.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051560" y="3794760"/>
            <a:ext cx="5029200" cy="914"/>
          </a:xfrm>
          <a:prstGeom prst="line">
            <a:avLst/>
          </a:prstGeom>
          <a:noFill/>
          <a:ln w="19050">
            <a:solidFill>
              <a:srgbClr val="E8B92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35387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V="1">
            <a:off x="1051560" y="5381934"/>
            <a:ext cx="209550" cy="5113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61110" y="5373540"/>
            <a:ext cx="209550" cy="8394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70660" y="5359797"/>
            <a:ext cx="209550" cy="13743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80210" y="5337397"/>
            <a:ext cx="209550" cy="2240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89760" y="5301149"/>
            <a:ext cx="209550" cy="3624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99310" y="5243178"/>
            <a:ext cx="209550" cy="5797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308860" y="5152183"/>
            <a:ext cx="209550" cy="9099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518410" y="5013463"/>
            <a:ext cx="209550" cy="13872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727960" y="4811125"/>
            <a:ext cx="209550" cy="20233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937510" y="4534240"/>
            <a:ext cx="209550" cy="27688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147060" y="4186679"/>
            <a:ext cx="209550" cy="34756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356610" y="3794760"/>
            <a:ext cx="209550" cy="391919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566160" y="3402841"/>
            <a:ext cx="209550" cy="391919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775710" y="3055280"/>
            <a:ext cx="209550" cy="34756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985260" y="2778395"/>
            <a:ext cx="209550" cy="27688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194810" y="2576057"/>
            <a:ext cx="209550" cy="20233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404360" y="2437337"/>
            <a:ext cx="209550" cy="13872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613910" y="2346342"/>
            <a:ext cx="209550" cy="90995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823460" y="2288371"/>
            <a:ext cx="209550" cy="57971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033010" y="2252123"/>
            <a:ext cx="209550" cy="36248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242560" y="2229723"/>
            <a:ext cx="209550" cy="2240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452110" y="2215980"/>
            <a:ext cx="209550" cy="13743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661660" y="2207586"/>
            <a:ext cx="209550" cy="8394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871210" y="2202473"/>
            <a:ext cx="209550" cy="5113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0" y="169164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6325C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16916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σ(x)  =  1 / (1 + e⁻ˣ)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858000" y="37033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38862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“S-curve” squashes ANY number — huge, tiny, negative — into a value between 0 and 1.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read the output as a probability: “0.9” means “90% likely yes.”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MAKING A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Probability to Yes/No: the Threshold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097280" y="2651760"/>
            <a:ext cx="9692640" cy="914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728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flipV="1">
            <a:off x="230886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026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352044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473202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342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V="1">
            <a:off x="594360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V="1">
            <a:off x="715518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658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836676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957834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974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10789920" y="2578608"/>
            <a:ext cx="914" cy="146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6132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V="1">
            <a:off x="5337810" y="1783080"/>
            <a:ext cx="914" cy="1325880"/>
          </a:xfrm>
          <a:prstGeom prst="line">
            <a:avLst/>
          </a:prstGeom>
          <a:noFill/>
          <a:ln w="31750">
            <a:solidFill>
              <a:srgbClr val="E8B92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05765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 ≈  4.5 hrs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408" y="2532888"/>
            <a:ext cx="237744" cy="237744"/>
          </a:xfrm>
          <a:prstGeom prst="ellipse">
            <a:avLst/>
          </a:prstGeom>
          <a:solidFill>
            <a:srgbClr val="C24B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89988" y="2532888"/>
            <a:ext cx="237744" cy="237744"/>
          </a:xfrm>
          <a:prstGeom prst="ellipse">
            <a:avLst/>
          </a:prstGeom>
          <a:solidFill>
            <a:srgbClr val="C24B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2532888"/>
            <a:ext cx="237744" cy="237744"/>
          </a:xfrm>
          <a:prstGeom prst="ellipse">
            <a:avLst/>
          </a:prstGeom>
          <a:solidFill>
            <a:srgbClr val="C24B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3148" y="2532888"/>
            <a:ext cx="237744" cy="237744"/>
          </a:xfrm>
          <a:prstGeom prst="ellipse">
            <a:avLst/>
          </a:prstGeom>
          <a:solidFill>
            <a:srgbClr val="C24B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4728" y="2532888"/>
            <a:ext cx="237744" cy="237744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6308" y="2532888"/>
            <a:ext cx="237744" cy="237744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7888" y="2532888"/>
            <a:ext cx="237744" cy="237744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59468" y="2532888"/>
            <a:ext cx="237744" cy="237744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71048" y="2532888"/>
            <a:ext cx="237744" cy="237744"/>
          </a:xfrm>
          <a:prstGeom prst="ellipse">
            <a:avLst/>
          </a:prstGeom>
          <a:solidFill>
            <a:srgbClr val="3E8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→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325C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0690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output is a probability. We still need a rule to turn it into an answer.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rule: if the probability is ≥ 0.5, predict “yes” (pass). Otherwise, predict “no” (fail). That cutoff point is called the decision boundary — for our data, it lands around 4–5 hours studied.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just the default — it can be moved if false positives or false negatives matter more in a given problem.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or Decision?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0.82 for a student. Using the default 0.5 threshold, do we predict pass or fail?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0.35 for another student. Pass or fail?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wants to flag every possible case of a rare disease, even if some false alarms happen. Should they raise or lower the 0.5 threshold?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score 0.51 and 0.99. Does the default threshold treat their predictions any differently?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0.82 ≥ 0.5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0.35 &lt; 0.5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it — catch more possible cases, even less certain ones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both just become “pass,” even though 0.99 is far more confident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THE MATH, MADE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the Model: Log Loss, in Plain Terms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doesn't work well here — so logistic regression uses a different cost function called Log Loss.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Log Loss punishes CONFIDENT WRONG guesses much more harshly than unsure wrong guesses.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206240"/>
            <a:ext cx="640080" cy="64008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&amp; right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0.95 for “pass,” student passed. Very small penalty.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4206240"/>
            <a:ext cx="640080" cy="64008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Unsure &amp; wrong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0.55 for “pass,” student failed. Small-ish penalty.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0233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4206240"/>
            <a:ext cx="640080" cy="640080"/>
          </a:xfrm>
          <a:prstGeom prst="ellipse">
            <a:avLst/>
          </a:prstGeom>
          <a:solidFill>
            <a:srgbClr val="C24B4B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8116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&amp; wrong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1248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0.99 for “pass,” student failed. Huge penalty.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Load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pd.DataFrame({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"hours": [1, 2, 3, 4, 5, 6, 7, 8, 9],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"passed": [0, 0, 0, 0, 1, 1, 1, 1, 1]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data[["hours"]]    # features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data["passed"]     # target (0 = fail, 1 = pass)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of code as linear regression — only the y column changed, from a continuous score to a 0/1 label.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Split, Train &amp; Predict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     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model.predict(X_test)          # class: 0 or 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model.predict_proba(X_test)    # probability per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useful methods: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gives the final 0/1 answer after applying the threshold. predict_proba() shows the raw probability behind that answer — always worth checking.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LIVE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Evaluate: Accuracy &amp; Confusion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063240"/>
          </a:xfrm>
          <a:prstGeom prst="roundRect">
            <a:avLst>
              <a:gd name="adj" fmla="val 2388"/>
            </a:avLst>
          </a:prstGeom>
          <a:solidFill>
            <a:srgbClr val="1B27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accuracy_score, confusion_matrix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model.predict(X_test)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accuracy_score(y_test, predictions)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e.g. 1.0  -&gt;  100% of test predictions correct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confusion_matrix(y_test, predictions)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rows = actual, columns = predicted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check quality: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simple to read but can hide problems — the confusion matrix, next, shows exactly which mistakes were made.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READING THE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Confusion Matrix, Explained Simply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9184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3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fail, actually failed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C24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pass, actually failed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52044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C24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4206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fail, actually passed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3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pass, actually passed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16200000">
            <a:off x="2377440" y="3246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32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True, F = False, P = Positive, N = Negative.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“True” means the model got it right; “False” means it got it wrong. This breakdown shows exactly which kind of mistake happened, not just how many.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READING THE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Accuracy: Precision &amp; Recall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1943100"/>
            <a:ext cx="777240" cy="77724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1943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we PREDICTED as “pass,” how many actually passed?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matters when false alarms are costly — e.g. flagging a valid email as spam.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697980" y="19431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97980" y="1943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8803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who ACTUALLY passed, how many did we correctly catch?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matters when missing a case is costly — e.g. missing a disease diagnosis.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the formulas memorized today — just know accuracy alone can hide problems, and precision/recall exist for exactly that reason.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vs. Logistic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19600" y="16916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07680" y="16916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9600" y="246888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(any value)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07680" y="246888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(0 to 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9600" y="324612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07680" y="324612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19600" y="402336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07680" y="402336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S-shaped curve (sigmoid)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0060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9600" y="480060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07680" y="480060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5778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example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19600" y="55778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“78.4 points”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07680" y="5577840"/>
            <a:ext cx="336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“0.82 → predicted: pass”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5C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“logistic REGRESSION” is a classification algorithm.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happens to be built from the same linear equation, passed through a sigmoid.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line (y = wx + b) to predict a number, trained by minimizing Mean Squared Error.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any number into a 0-1 probability, turning a line into a decision-ready curve.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946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that sigmoid, plus a 0.5 threshold, to predict a yes/no class instead of a number.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9838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R²/MSE for regression; accuracy, confusion matrix, precision &amp; recall for classification.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641848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984248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4248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the session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42062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practicing: for any new problem, first ask — am I predicting a number, or a category? That single question points you to linear or logistic regression.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2026-07-19T18:48:42Z</dcterms:created>
  <dcterms:modified xsi:type="dcterms:W3CDTF">2026-07-19T18:48:42Z</dcterms:modified>
</cp:coreProperties>
</file>