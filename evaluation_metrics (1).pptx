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Accuracy, Precision, Recall &amp; F1 Score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on theory, long on hands-on practice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09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715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470916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4709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71800" y="5715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470916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4709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5715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41080" y="470916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4709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83880" y="5715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 |  Short theory, hands-on notebook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2171700"/>
            <a:ext cx="868680" cy="86868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" y="2171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9659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Theory (30-45 min)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03120" y="245059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core ideas: the accuracy trap, the confusion matrix, and what accuracy, precision, recall and F1 each actually answer.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937260" y="4137660"/>
            <a:ext cx="868680" cy="86868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1" name="Text 9"/>
          <p:cNvSpPr/>
          <p:nvPr/>
        </p:nvSpPr>
        <p:spPr>
          <a:xfrm>
            <a:off x="937260" y="41376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03120" y="39319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Notebook (the main event)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103120" y="4416552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evaluate real models together: manual metric math, a live accuracy-trap demo, and a precision/recall threshold sweep.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6325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7150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stays deliberately light today: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to understand each metric, before we spend most of our time actually computing and using them.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SESSION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Accuracy Trap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model that detects a rare disease, where only 1 in 100 patients actually has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A: “Always say healthy”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even looks at the data — it just says “healthy” every single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80060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C24B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00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0% of actual disease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B: Actually learns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lower accuracy, but it genuinely learns from patient data.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480060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3E8E5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800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85% of actual disease cases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632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7150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 range, wildly different real-world value.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can't tell these two models apart — we need better tools.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Confusion Matrix, Recap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83280" y="1280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3E8E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075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1188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said “no”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196596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C24B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75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said “yes”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356616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C24B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6758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1188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said “no”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356616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3E8E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6758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said “yes”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32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today is built from just these four numbers.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True (correct), F = False (wrong), P = Positive (predicted “yes”), N = Negative (predicted “no”).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651760" y="1645920"/>
            <a:ext cx="6858000" cy="1051560"/>
          </a:xfrm>
          <a:prstGeom prst="roundRect">
            <a:avLst>
              <a:gd name="adj" fmla="val 8696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16459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 =  (TP + TN) / Total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54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it answers:  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“Out of everything, what share did the model get right?”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F1E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just saw, accuracy can look great even when a model is nearly useless, if one outcome is much rarer than the other.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94560" y="1645920"/>
            <a:ext cx="7772400" cy="1051560"/>
          </a:xfrm>
          <a:prstGeom prst="roundRect">
            <a:avLst>
              <a:gd name="adj" fmla="val 8696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6459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 =  TP / (TP + FP)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54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it answers:  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 everything I flagged as YES, how much did I get right?”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3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most when false alarms are costly: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spam filter that keeps blocking important, real emails.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94560" y="1645920"/>
            <a:ext cx="7772400" cy="1051560"/>
          </a:xfrm>
          <a:prstGeom prst="roundRect">
            <a:avLst>
              <a:gd name="adj" fmla="val 8696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6459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 =  TP / (TP + FN)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54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it answers:  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 everything that was ACTUALLY yes, how much did I catch?”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3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most when missing a case is costly: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our disease screening example — missing a real diagnosis is far worse than a false alarm.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and Recall Trade 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920240"/>
            <a:ext cx="978408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737360" y="3108960"/>
            <a:ext cx="8686800" cy="914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2962656"/>
            <a:ext cx="292608" cy="292608"/>
          </a:xfrm>
          <a:prstGeom prst="ellipse">
            <a:avLst/>
          </a:prstGeom>
          <a:solidFill>
            <a:srgbClr val="3069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77856" y="2962656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16168" y="2944368"/>
            <a:ext cx="329184" cy="329184"/>
          </a:xfrm>
          <a:prstGeom prst="ellipse">
            <a:avLst/>
          </a:prstGeom>
          <a:solidFill>
            <a:srgbClr val="E8B9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recall, lower precision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0392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THRESHOLD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precision, lower recall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6636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(default)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16325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4805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maximize both at once.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decision threshold trades one for the other — raise it and the model gets pickier (higher precision, lower recall); lower it and the model casts a wider net (higher recall, lower precision). We'll see this live in the notebook.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4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Score: Balancing Both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1645920"/>
            <a:ext cx="9418320" cy="1051560"/>
          </a:xfrm>
          <a:prstGeom prst="roundRect">
            <a:avLst>
              <a:gd name="adj" fmla="val 8696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64592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=  2 × (Precision × Recall) / (Precision + Recall)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546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average them?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is a “harmonic mean” — it stays low unless BOTH precision and recall are reasonably good. A plain average can hide a very weak score.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97180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DF1E8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31546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proof, in one example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= 1.00, Recall = 0.01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 average:  0.50  (looks okay!)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2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score:  0.02  (correctly awful)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1632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19600" y="1691640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07680" y="1691640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064240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04872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19600" y="2404872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 / Total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07680" y="2404872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we get right overall?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18104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19600" y="3118104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07680" y="3118104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“yes” predictions, how many were right?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11064240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31336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19600" y="3831336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07680" y="3831336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real “yes” cases, how many did we catch?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44568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44568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19600" y="4544568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2·P·R / (P+R)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07680" y="4544568"/>
            <a:ext cx="3368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balanced score for both P and 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25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accuracy, but always check precision and recall too — especially on imbalanced data.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Metric Matters Most?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418320" y="5029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6325C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502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CLASS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406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9DC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87452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screening test for a serious disease. Missing a real case is far worse than a false alarm.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resume-screening tool that flags candidates for an expensive, time-consuming interview process.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bank's fraud detector, where both missing real fraud AND wrongly blocking honest customers are costly.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with 98% “no” and 2% “yes” — someone reports 98% accuracy and calls it done.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16325C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19456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it — check precision and recall before believing it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THE MAIN EVENT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All of This Ourselves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1851660"/>
            <a:ext cx="685800" cy="6858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1851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our model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pass/fail model from last session, in seconds.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69380" y="1851660"/>
            <a:ext cx="685800" cy="6858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1" name="Text 9"/>
          <p:cNvSpPr/>
          <p:nvPr/>
        </p:nvSpPr>
        <p:spPr>
          <a:xfrm>
            <a:off x="6469380" y="1851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metrics by hand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accuracy, precision, recall &amp; F1 from raw counts — then check against scikit-learn.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4046220"/>
            <a:ext cx="685800" cy="6858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" y="40462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accuracy-trap demo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deliberately imbalanced dataset and watch accuracy lie to us.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9380" y="4046220"/>
            <a:ext cx="685800" cy="6858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9380" y="40462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6948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Sweep the threshold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precision and recall trade off in real time as we move the decision cutoff.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080260"/>
            <a:ext cx="685800" cy="6858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 — but can be misleading when outcomes are imbalanced.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0540" y="2080260"/>
            <a:ext cx="685800" cy="6858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160" y="36118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“yes” calls, how many were right. Matters when false alarms are costly.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9460" y="2080260"/>
            <a:ext cx="685800" cy="6858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55080" y="36118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real “yes” cases, how many we caught. Matters when missing one is costly.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98380" y="2080260"/>
            <a:ext cx="685800" cy="6858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20802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9828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0" y="361188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balanced number that penalizes weakness in either precision or recall.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9144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641848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984248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84248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the session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420624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practicing: always ask “what mistake would hurt most here?” — that question tells you which metric to trust.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2026-07-20T18:20:20Z</dcterms:created>
  <dcterms:modified xsi:type="dcterms:W3CDTF">2026-07-20T18:20:20Z</dcterms:modified>
</cp:coreProperties>
</file>